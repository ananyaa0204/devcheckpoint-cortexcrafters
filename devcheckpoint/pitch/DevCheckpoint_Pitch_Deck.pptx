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dark_tech_themed_illustratio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" y="438912"/>
            <a:ext cx="6080760" cy="1481328"/>
          </a:xfrm>
          <a:prstGeom prst="roundRect">
            <a:avLst>
              <a:gd name="adj" fmla="val 7407"/>
            </a:avLst>
          </a:prstGeom>
          <a:solidFill>
            <a:srgbClr val="07152D">
              <a:alpha val="85000"/>
            </a:srgbClr>
          </a:solidFill>
          <a:ln w="12700">
            <a:solidFill>
              <a:srgbClr val="07152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65836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DevCheckpoint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13232" y="134416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BFF"/>
                </a:solidFill>
              </a:rPr>
              <a:t>A memory layer for developer workflow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3232" y="2084832"/>
            <a:ext cx="5166360" cy="1170432"/>
          </a:xfrm>
          <a:prstGeom prst="roundRect">
            <a:avLst>
              <a:gd name="adj" fmla="val 1093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23317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Git saves your code.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DevCheckpoint saves your working context.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9808" y="5961888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10213D"/>
          </a:solidFill>
          <a:ln w="12700">
            <a:solidFill>
              <a:srgbClr val="DCEBFF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6044184"/>
            <a:ext cx="2734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EBFF"/>
                </a:solidFill>
              </a:rPr>
              <a:t>Track 3 • Workflow &amp; Context Management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149840" y="60350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F"/>
                </a:solidFill>
              </a:rPr>
              <a:t>Pitch Deck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06070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Developers do not only lose time writing code. They lose time rebuilding context.</a:t>
            </a:r>
            <a:endParaRPr lang="en-US" sz="1250" dirty="0"/>
          </a:p>
        </p:txBody>
      </p:sp>
      <p:pic>
        <p:nvPicPr>
          <p:cNvPr id="4" name="Image 0" descr="/mnt/data/wide_clean_modern_3d_cgi_illustration_of_a_prod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825163"/>
            <a:ext cx="5212080" cy="293335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737360"/>
            <a:ext cx="4800600" cy="512064"/>
          </a:xfrm>
          <a:prstGeom prst="roundRect">
            <a:avLst>
              <a:gd name="adj" fmla="val 21429"/>
            </a:avLst>
          </a:prstGeom>
          <a:solidFill>
            <a:srgbClr val="F8FAFD"/>
          </a:solidFill>
          <a:ln w="8890">
            <a:solidFill>
              <a:srgbClr val="E1E9F5">
                <a:alpha val="9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187452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80ED"/>
                </a:solidFill>
              </a:rPr>
              <a:t>What was I doing?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77240" y="2432304"/>
            <a:ext cx="480060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E1E9F5">
                <a:alpha val="9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5694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5CFF"/>
                </a:solidFill>
              </a:rPr>
              <a:t>What did I change?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" y="3127248"/>
            <a:ext cx="4800600" cy="512064"/>
          </a:xfrm>
          <a:prstGeom prst="roundRect">
            <a:avLst>
              <a:gd name="adj" fmla="val 21429"/>
            </a:avLst>
          </a:prstGeom>
          <a:solidFill>
            <a:srgbClr val="F8FAFD"/>
          </a:solidFill>
          <a:ln w="8890">
            <a:solidFill>
              <a:srgbClr val="E1E9F5">
                <a:alpha val="9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326440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5484D"/>
                </a:solidFill>
              </a:rPr>
              <a:t>What broke?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7240" y="3822192"/>
            <a:ext cx="480060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E1E9F5">
                <a:alpha val="9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39593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7A45"/>
                </a:solidFill>
              </a:rPr>
              <a:t>Which files matter?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77240" y="4517136"/>
            <a:ext cx="4800600" cy="512064"/>
          </a:xfrm>
          <a:prstGeom prst="roundRect">
            <a:avLst>
              <a:gd name="adj" fmla="val 21429"/>
            </a:avLst>
          </a:prstGeom>
          <a:solidFill>
            <a:srgbClr val="F8FAFD"/>
          </a:solidFill>
          <a:ln w="8890">
            <a:solidFill>
              <a:srgbClr val="E1E9F5">
                <a:alpha val="9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465429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C997"/>
                </a:solidFill>
              </a:rPr>
              <a:t>What should I do next?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897880" y="1691640"/>
            <a:ext cx="0" cy="3794760"/>
          </a:xfrm>
          <a:prstGeom prst="line">
            <a:avLst/>
          </a:prstGeom>
          <a:noFill/>
          <a:ln w="13970">
            <a:solidFill>
              <a:srgbClr val="D8E2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" y="548640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E293B"/>
                </a:solidFill>
              </a:rPr>
              <a:t>This context usually lives in memory, terminal history, browser tabs, and unfinished experiments.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DevCheckpoint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GitHub is not enough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06070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GitHub is excellent for code history. But it does not capture the full working story.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8890">
            <a:solidFill>
              <a:srgbClr val="DCE6F2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60020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8890">
            <a:solidFill>
              <a:srgbClr val="DCE6F2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20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13D"/>
                </a:solidFill>
              </a:rPr>
              <a:t>GitHub / Git remembers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0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13D"/>
                </a:solidFill>
              </a:rPr>
              <a:t>DevCheckpoint remembers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2596896"/>
            <a:ext cx="100584" cy="1005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25146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93B"/>
                </a:solidFill>
              </a:rPr>
              <a:t>commits and code diff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960120" y="3145536"/>
            <a:ext cx="100584" cy="1005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632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93B"/>
                </a:solidFill>
              </a:rPr>
              <a:t>changed files and branches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960120" y="3694176"/>
            <a:ext cx="100584" cy="1005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6118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93B"/>
                </a:solidFill>
              </a:rPr>
              <a:t>pull requests and comments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60120" y="4242816"/>
            <a:ext cx="100584" cy="1005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1605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93B"/>
                </a:solidFill>
              </a:rPr>
              <a:t>final history after work is saved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858000" y="2596896"/>
            <a:ext cx="100584" cy="100584"/>
          </a:xfrm>
          <a:prstGeom prst="ellipse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25146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93B"/>
                </a:solidFill>
              </a:rPr>
              <a:t>the task and intent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858000" y="3145536"/>
            <a:ext cx="100584" cy="100584"/>
          </a:xfrm>
          <a:prstGeom prst="ellipse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30632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93B"/>
                </a:solidFill>
              </a:rPr>
              <a:t>errors and commands tried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858000" y="3694176"/>
            <a:ext cx="100584" cy="100584"/>
          </a:xfrm>
          <a:prstGeom prst="ellipse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9168" y="36118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93B"/>
                </a:solidFill>
              </a:rPr>
              <a:t>failed experiments and reasoning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858000" y="4242816"/>
            <a:ext cx="100584" cy="100584"/>
          </a:xfrm>
          <a:prstGeom prst="ellipse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9168" y="41605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93B"/>
                </a:solidFill>
              </a:rPr>
              <a:t>clear next step to resume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5824728" y="3072384"/>
            <a:ext cx="566928" cy="438912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59253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13D"/>
                </a:solidFill>
              </a:rPr>
              <a:t>Code history → Working memory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DevCheckpoint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0607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DevCheckpoint creates smart save-points for programming tasks.</a:t>
            </a:r>
            <a:endParaRPr lang="en-US" sz="1250" dirty="0"/>
          </a:p>
        </p:txBody>
      </p:sp>
      <p:pic>
        <p:nvPicPr>
          <p:cNvPr id="4" name="Image 0" descr="/mnt/data/a_wide_cinematic_softly_lit_desk_workspace_sc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07938"/>
            <a:ext cx="5577840" cy="31392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600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13D"/>
                </a:solidFill>
              </a:rPr>
              <a:t>One checkpoint includes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59536" y="2157984"/>
            <a:ext cx="274320" cy="2743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61872" y="21122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E293B"/>
                </a:solidFill>
              </a:rPr>
              <a:t>Task: what the developer is trying to solve</a:t>
            </a:r>
            <a:endParaRPr lang="en-US" sz="1180" dirty="0"/>
          </a:p>
        </p:txBody>
      </p:sp>
      <p:sp>
        <p:nvSpPr>
          <p:cNvPr id="8" name="Shape 5"/>
          <p:cNvSpPr/>
          <p:nvPr/>
        </p:nvSpPr>
        <p:spPr>
          <a:xfrm>
            <a:off x="859536" y="2724912"/>
            <a:ext cx="274320" cy="27432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61872" y="26791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E293B"/>
                </a:solidFill>
              </a:rPr>
              <a:t>Files: changed and relevant files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859536" y="3291840"/>
            <a:ext cx="274320" cy="2743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246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E293B"/>
                </a:solidFill>
              </a:rPr>
              <a:t>Errors: terminal logs, failed tests, blockers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859536" y="3858768"/>
            <a:ext cx="274320" cy="27432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61872" y="3813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E293B"/>
                </a:solidFill>
              </a:rPr>
              <a:t>Attempts: what was already tried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859536" y="4425696"/>
            <a:ext cx="274320" cy="274320"/>
          </a:xfrm>
          <a:prstGeom prst="ellipse">
            <a:avLst/>
          </a:prstGeom>
          <a:solidFill>
            <a:srgbClr val="20C9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43799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E293B"/>
                </a:solidFill>
              </a:rPr>
              <a:t>Next Step: what to do when returning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777240" y="5321808"/>
            <a:ext cx="4846320" cy="548640"/>
          </a:xfrm>
          <a:prstGeom prst="roundRect">
            <a:avLst>
              <a:gd name="adj" fmla="val 16667"/>
            </a:avLst>
          </a:prstGeom>
          <a:solidFill>
            <a:srgbClr val="10213D"/>
          </a:solidFill>
          <a:ln w="12700">
            <a:solidFill>
              <a:srgbClr val="10213D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550468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Result: resume work without rebuilding context.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DevCheckpoint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06070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 simple flow developers can understand in one minute.</a:t>
            </a:r>
            <a:endParaRPr lang="en-US" sz="1250" dirty="0"/>
          </a:p>
        </p:txBody>
      </p:sp>
      <p:pic>
        <p:nvPicPr>
          <p:cNvPr id="4" name="Image 0" descr="/mnt/data/a_clean_infographic_wireframe_diagram_on_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7074" y="1572768"/>
            <a:ext cx="5353091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DevCheckpoint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MVP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06070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Small enough to build in a hackathon. Useful enough to demo clearly.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8FBFF"/>
          </a:solidFill>
          <a:ln w="8890">
            <a:solidFill>
              <a:srgbClr val="DCE6F2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93392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8940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444752" y="20025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</a:rPr>
              <a:t>Start Task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44752" y="23957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Describe what you are working on before coding.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8FBFF"/>
          </a:solidFill>
          <a:ln w="8890">
            <a:solidFill>
              <a:srgbClr val="DCE6F2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93392"/>
            <a:ext cx="384048" cy="384048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8940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148072" y="20025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</a:rPr>
              <a:t>Save Checkpoint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148072" y="23957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Collect branch, diff, files, commands, errors and notes.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8FBFF"/>
          </a:solidFill>
          <a:ln w="8890">
            <a:solidFill>
              <a:srgbClr val="DCE6F2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993392"/>
            <a:ext cx="384048" cy="384048"/>
          </a:xfrm>
          <a:prstGeom prst="ellipse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08940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851392" y="20025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</a:rPr>
              <a:t>AI Summary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851392" y="23957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Turn raw developer activity into a clean working summary.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2606040" y="388620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8FBFF"/>
          </a:solidFill>
          <a:ln w="8890">
            <a:solidFill>
              <a:srgbClr val="DCE6F2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88920" y="4096512"/>
            <a:ext cx="384048" cy="384048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41925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19272" y="41056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</a:rPr>
              <a:t>Resume Task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319272" y="44988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Return later and instantly know where to continue.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537960" y="388620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8FBFF"/>
          </a:solidFill>
          <a:ln w="8890">
            <a:solidFill>
              <a:srgbClr val="DCE6F2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4096512"/>
            <a:ext cx="384048" cy="38404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1925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251192" y="41056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</a:rPr>
              <a:t>Handoff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251192" y="44988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Share a clear task summary with another developer.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DevCheckpoint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dark_tech_themed_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0528" y="658368"/>
            <a:ext cx="5524103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8521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Demo Scenario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13232" y="111556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EBFF"/>
                </a:solidFill>
              </a:rPr>
              <a:t>A developer is fixing a Stripe webhook bug, gets interrupted, then resumes later in seconds.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49808" y="1874520"/>
            <a:ext cx="420624" cy="42062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1993392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344168" y="18562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Start task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44168" y="212140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CD0EA"/>
                </a:solidFill>
              </a:rPr>
              <a:t>“Fix Stripe webhook verification.”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9808" y="2651760"/>
            <a:ext cx="420624" cy="42062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2770632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44168" y="2633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Work normally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344168" y="28986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CD0EA"/>
                </a:solidFill>
              </a:rPr>
              <a:t>Modify files, run commands, see errors.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9808" y="3429000"/>
            <a:ext cx="420624" cy="420624"/>
          </a:xfrm>
          <a:prstGeom prst="ellipse">
            <a:avLst/>
          </a:prstGeom>
          <a:solidFill>
            <a:srgbClr val="20C9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3547872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344168" y="34107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Save checkpoint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344168" y="367588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CD0EA"/>
                </a:solidFill>
              </a:rPr>
              <a:t>AI summarizes problem, attempts and next step.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9808" y="4206240"/>
            <a:ext cx="420624" cy="420624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4325112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344168" y="41879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Resume later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344168" y="44531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CD0EA"/>
                </a:solidFill>
              </a:rPr>
              <a:t>Open checkpoint and continue immediately.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13232" y="5358384"/>
            <a:ext cx="5120640" cy="640080"/>
          </a:xfrm>
          <a:prstGeom prst="roundRect">
            <a:avLst>
              <a:gd name="adj" fmla="val 17143"/>
            </a:avLst>
          </a:prstGeom>
          <a:solidFill>
            <a:srgbClr val="17233E"/>
          </a:solidFill>
          <a:ln w="8890">
            <a:solidFill>
              <a:srgbClr val="2B3F61">
                <a:alpha val="9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2688" y="559612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Pitch moment: “Git saves the change. DevCheckpoint saves why the change exists.”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Stands 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06070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It does not compete with existing tools. It connects the missing context between them.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3337560" cy="361188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8890">
            <a:solidFill>
              <a:srgbClr val="DCE6F2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20848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13D"/>
                </a:solidFill>
              </a:rPr>
              <a:t>GitHub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86968" y="2615184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E293B"/>
                </a:solidFill>
              </a:rPr>
              <a:t>Stores code history, commits, branches and PRs.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886968" y="3456432"/>
            <a:ext cx="2743200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377647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Does not capture thinking, failed attempts or next steps.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337560" cy="361188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8890">
            <a:solidFill>
              <a:srgbClr val="DCE6F2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0848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13D"/>
                </a:solidFill>
              </a:rPr>
              <a:t>Copilot / Cursor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17720" y="2615184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E293B"/>
                </a:solidFill>
              </a:rPr>
              <a:t>Helps generate and edit code inside the IDE.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617720" y="3456432"/>
            <a:ext cx="2743200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77647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Often needs the developer to explain current context again.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19872" y="1783080"/>
            <a:ext cx="3337560" cy="3611880"/>
          </a:xfrm>
          <a:prstGeom prst="roundRect">
            <a:avLst>
              <a:gd name="adj" fmla="val 3288"/>
            </a:avLst>
          </a:prstGeom>
          <a:solidFill>
            <a:srgbClr val="EAFBF4"/>
          </a:solidFill>
          <a:ln w="8890">
            <a:solidFill>
              <a:srgbClr val="85DFC1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20848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7A55"/>
                </a:solidFill>
              </a:rPr>
              <a:t>DevCheckpoint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48472" y="2615184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E293B"/>
                </a:solidFill>
              </a:rPr>
              <a:t>Stores task memory across Git, terminal, errors, notes and AI summaries.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348472" y="3456432"/>
            <a:ext cx="2743200" cy="0"/>
          </a:xfrm>
          <a:prstGeom prst="line">
            <a:avLst/>
          </a:prstGeom>
          <a:noFill/>
          <a:ln w="12700">
            <a:solidFill>
              <a:srgbClr val="85DF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377647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Built for pause, switch, resume and handoff.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2286000" y="58978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13D"/>
                </a:solidFill>
              </a:rPr>
              <a:t>Simple difference: not code generation, but workflow memory.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DevCheckpoint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Build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06070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The first version can be built quickly with normal web app tools and an LLM.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DE8F4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105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0ED"/>
                </a:solidFill>
              </a:rPr>
              <a:t>Next.js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224942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Frontend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3172968" y="164592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DE8F4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8105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5CFF"/>
                </a:solidFill>
              </a:rPr>
              <a:t>Node / FastAPI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55848" y="224942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Backend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5568696" y="164592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DE8F4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51576" y="18105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C997"/>
                </a:solidFill>
              </a:rPr>
              <a:t>SQLite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751576" y="224942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Storage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964424" y="164592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DE8F4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47304" y="18105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7A45"/>
                </a:solidFill>
              </a:rPr>
              <a:t>Qwen / OpenAI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47304" y="224942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AI Summary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777240" y="3127248"/>
            <a:ext cx="4937760" cy="2331720"/>
          </a:xfrm>
          <a:prstGeom prst="roundRect">
            <a:avLst>
              <a:gd name="adj" fmla="val 4706"/>
            </a:avLst>
          </a:prstGeom>
          <a:solidFill>
            <a:srgbClr val="F8FBFF"/>
          </a:solidFill>
          <a:ln w="8890">
            <a:solidFill>
              <a:srgbClr val="DCE6F2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4015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</a:rPr>
              <a:t>Inputs captured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78992" y="3867912"/>
            <a:ext cx="100584" cy="1005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3785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task description and developer notes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1078992" y="4315968"/>
            <a:ext cx="100584" cy="1005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2336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Git branch, status, diff and changed files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1078992" y="4764024"/>
            <a:ext cx="100584" cy="1005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46817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terminal errors, recent commands and tests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473952" y="3127248"/>
            <a:ext cx="4892040" cy="2331720"/>
          </a:xfrm>
          <a:prstGeom prst="roundRect">
            <a:avLst>
              <a:gd name="adj" fmla="val 4706"/>
            </a:avLst>
          </a:prstGeom>
          <a:solidFill>
            <a:srgbClr val="F8FBFF"/>
          </a:solidFill>
          <a:ln w="8890">
            <a:solidFill>
              <a:srgbClr val="DCE6F2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34015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</a:rPr>
              <a:t>Outputs generated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784848" y="3867912"/>
            <a:ext cx="100584" cy="100584"/>
          </a:xfrm>
          <a:prstGeom prst="ellipse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86016" y="3785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clean checkpoint summary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784848" y="4315968"/>
            <a:ext cx="100584" cy="100584"/>
          </a:xfrm>
          <a:prstGeom prst="ellipse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86016" y="42336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resume view with next step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784848" y="4764024"/>
            <a:ext cx="100584" cy="100584"/>
          </a:xfrm>
          <a:prstGeom prst="ellipse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86016" y="46817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shareable developer handoff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DevCheckpoint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softly_lit_desk_workspace_scen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6126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Why it matters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41248" y="1536192"/>
            <a:ext cx="310896" cy="310896"/>
          </a:xfrm>
          <a:prstGeom prst="ellipse">
            <a:avLst/>
          </a:prstGeom>
          <a:solidFill>
            <a:srgbClr val="20C9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07592" y="1517904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Save time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307592" y="176479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8D6EA"/>
                </a:solidFill>
              </a:rPr>
              <a:t>No need to rebuild context every time.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41248" y="2322576"/>
            <a:ext cx="310896" cy="31089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07592" y="2304288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Switch faster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07592" y="2551176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8D6EA"/>
                </a:solidFill>
              </a:rPr>
              <a:t>Move between bugs, features and projects safely.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41248" y="3108960"/>
            <a:ext cx="310896" cy="310896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07592" y="3090672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Collaborate better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307592" y="333756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8D6EA"/>
                </a:solidFill>
              </a:rPr>
              <a:t>Hand off work without long explanations.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41248" y="3895344"/>
            <a:ext cx="310896" cy="310896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07592" y="3877056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Stay focused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307592" y="412394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8D6EA"/>
                </a:solidFill>
              </a:rPr>
              <a:t>Spend more time coding, less time remembering.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49808" y="5321808"/>
            <a:ext cx="5532120" cy="676656"/>
          </a:xfrm>
          <a:prstGeom prst="roundRect">
            <a:avLst>
              <a:gd name="adj" fmla="val 1891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2416" y="559612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13D"/>
                </a:solidFill>
              </a:rPr>
              <a:t>DevCheckpoint: save your development context, resume anytime.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372600" y="59618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BFF"/>
                </a:solidFill>
              </a:rPr>
              <a:t>Thank you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IdeaHatch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DevCheckpoint - Pitch Deck</dc:title>
  <dc:subject>DevCheckpoint pitch deck</dc:subject>
  <dc:creator>OpenAI</dc:creator>
  <cp:lastModifiedBy>OpenAI</cp:lastModifiedBy>
  <cp:revision>1</cp:revision>
  <dcterms:created xsi:type="dcterms:W3CDTF">2026-09-12T04:30:23Z</dcterms:created>
  <dcterms:modified xsi:type="dcterms:W3CDTF">2026-09-12T04:30:23Z</dcterms:modified>
</cp:coreProperties>
</file>